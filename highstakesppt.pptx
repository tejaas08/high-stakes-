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31B16-ED7C-44DF-9E6B-7FDD0314F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636C0-77B2-4CD3-873B-3A20A4DD1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3A395-DA48-4638-ABC0-AFB4F6EE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95655-C861-4D69-9325-C2047DA2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BA544-B793-4941-BD2B-6AD204C4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2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EA56-1892-41C5-BD67-75E31FA9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A9709-6182-4D54-9C1C-3D5286203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E9BC7-2DCB-4154-9B62-9FA0A0F5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95E34-C869-49D1-A810-D6EE8CAE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688FA-E95D-4038-A9A3-0BA97E8F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70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F67A-8C66-46E2-A2BD-2849968F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32328-992A-41FF-B8AC-F4CE59747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DF792-F275-452A-AE9F-A1912CD3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776F7-055C-4F7E-AA4B-4B78F438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1399A-C4AE-4048-BE89-ADA69315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27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6B9B-1CC6-4B13-8F8D-547763B6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6AA48-9D7C-4D2E-B287-0333B7809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03898-083C-495F-AFB6-E6EEE8E38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9FABA-3D2D-4D87-A088-70BB0CEA6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CD1AC-B5F2-4259-8F64-F5018B8E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4A9EE-CBA7-4AB9-AD91-F1B4E248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693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56A2E-A3BD-4CAF-8427-E5C7894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DFA16-FB6D-4245-AF18-3B87AB012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9DD9E-B83F-43D0-9DB5-BBCB7E1C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CB068-E494-4ED3-B0ED-150C847E0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47A15-737B-4177-A006-8F76E78E2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803EE-A3CD-44B4-8850-9FAAF5B1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B75D7-4A6F-43EC-A2BE-4D28E410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2F13B-AF81-4729-85E3-F5A1E24B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15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1B80-4D0F-4074-B44A-39E70368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EB672-0DB7-437D-BEE5-398A07197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818CF-4A95-4834-9E3B-6FA7DFF84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4B3BF-EF2B-48A7-AF5C-18526083E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62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DBFE6-601C-4EB3-B8EE-10FC19EB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BB7B6-06B6-4A0C-86D3-37F4C7A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50597-AC49-499E-B51F-D402B8BB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59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C8EA4-6C05-41C9-A73E-7AEF2AD94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A6D9-CD82-485D-A048-802027B9B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09D5B-50C7-419C-83B2-8D1B7D338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B69EB-93D2-42CD-941A-DD6BD66E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7189D-FC33-42AE-9598-2DEEC33D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3CEE4-BB30-4329-86D9-99BB633A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09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41B8-B931-4C57-BB3B-F1DDE566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E4735-D7EC-4944-A709-90448B1A8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FA44D-5659-402B-9283-D28A29FC0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F14C-6E85-4F9C-AB8A-64381282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186D4-1D46-4C8A-86F8-454A8B723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6A7C8-8466-4FF9-9203-FD363182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577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0EE3-6F20-4505-BB7C-2D9E37FF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AC13D-C24D-4521-86EB-7D36A1C74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7F229-802A-4438-B755-9A0D482A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82DDE-586A-459A-A44A-D70C0991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E4520-E581-4BCD-8BDA-A201C3DA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05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BD684-D1E9-4016-A66C-B09DE5383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970E6-567E-4625-B90D-07900BF7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21E7E-125C-4E61-8DFC-345BCD04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6286F-A79B-4923-9947-7EEA4B4D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BAB-7D2A-4948-8C96-F6AAAE32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53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29163-D7AD-45DE-89EA-07290AE6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15205-1582-461E-A610-CCC44A2B1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26CDC-9607-4B13-8A2E-6B654BCBF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39DD-436F-477F-AAF2-E0BD693AB9F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60FA3-46A4-4708-A927-3D285C85E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FF1B-5977-4466-A3D7-AB585C4D0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34DB5-A744-4733-BB01-AF6351526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46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DEF2-A332-4608-9131-C93D1BDE61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8E2D3-359D-47FF-8980-425B3465D8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30404-9BD6-417D-96E7-6E7BFD30C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1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DEF2-A332-4608-9131-C93D1BDE61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8E2D3-359D-47FF-8980-425B3465D8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30404-9BD6-417D-96E7-6E7BFD30C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05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Anshuman S Kesavan 201584</dc:creator>
  <cp:lastModifiedBy>Anshuman S Kesavan 201584</cp:lastModifiedBy>
  <cp:revision>1</cp:revision>
  <dcterms:created xsi:type="dcterms:W3CDTF">2025-07-17T16:53:27Z</dcterms:created>
  <dcterms:modified xsi:type="dcterms:W3CDTF">2025-07-18T00:56:27Z</dcterms:modified>
</cp:coreProperties>
</file>